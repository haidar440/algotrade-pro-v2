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3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y="6858000" cx="12192000"/>
  <p:notesSz cx="12192000" cy="6858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000000"/>
          </p15:clr>
        </p15:guide>
        <p15:guide id="2" pos="216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AC0BF3F-4BAC-4974-A533-402E7BB5857E}">
  <a:tblStyle styleId="{FAC0BF3F-4BAC-4974-A533-402E7BB5857E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1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6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6:notes"/>
          <p:cNvSpPr/>
          <p:nvPr>
            <p:ph idx="2" type="sldImg"/>
          </p:nvPr>
        </p:nvSpPr>
        <p:spPr>
          <a:xfrm>
            <a:off x="2032400" y="514350"/>
            <a:ext cx="8128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3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4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4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5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5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7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7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8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8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9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9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0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10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1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11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2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12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d95513f581_0_0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g3d95513f581_0_0:notes"/>
          <p:cNvSpPr/>
          <p:nvPr>
            <p:ph idx="2" type="sldImg"/>
          </p:nvPr>
        </p:nvSpPr>
        <p:spPr>
          <a:xfrm>
            <a:off x="2032400" y="514350"/>
            <a:ext cx="8128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5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15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d95513f581_0_7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g3d95513f581_0_7:notes"/>
          <p:cNvSpPr/>
          <p:nvPr>
            <p:ph idx="2" type="sldImg"/>
          </p:nvPr>
        </p:nvSpPr>
        <p:spPr>
          <a:xfrm>
            <a:off x="2032400" y="514350"/>
            <a:ext cx="8128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8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18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9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19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0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20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1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21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2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22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3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23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5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25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6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26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27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27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/>
          <p:nvPr>
            <p:ph type="title"/>
          </p:nvPr>
        </p:nvSpPr>
        <p:spPr>
          <a:xfrm>
            <a:off x="1176972" y="924877"/>
            <a:ext cx="7208520" cy="7581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800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" type="body"/>
          </p:nvPr>
        </p:nvSpPr>
        <p:spPr>
          <a:xfrm>
            <a:off x="1176972" y="2184907"/>
            <a:ext cx="9661525" cy="32397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7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1" type="ft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0" type="dt"/>
          </p:nvPr>
        </p:nvSpPr>
        <p:spPr>
          <a:xfrm>
            <a:off x="1176972" y="6589394"/>
            <a:ext cx="553085" cy="1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10954384" y="6582727"/>
            <a:ext cx="222250" cy="158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38100">
              <a:lnSpc>
                <a:spcPct val="104285"/>
              </a:lnSpc>
              <a:spcBef>
                <a:spcPts val="0"/>
              </a:spcBef>
              <a:buNone/>
              <a:defRPr b="0" i="0" sz="10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38100">
              <a:lnSpc>
                <a:spcPct val="104285"/>
              </a:lnSpc>
              <a:spcBef>
                <a:spcPts val="0"/>
              </a:spcBef>
              <a:buNone/>
              <a:defRPr b="0" i="0" sz="10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38100">
              <a:lnSpc>
                <a:spcPct val="104285"/>
              </a:lnSpc>
              <a:spcBef>
                <a:spcPts val="0"/>
              </a:spcBef>
              <a:buNone/>
              <a:defRPr b="0" i="0" sz="10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38100">
              <a:lnSpc>
                <a:spcPct val="104285"/>
              </a:lnSpc>
              <a:spcBef>
                <a:spcPts val="0"/>
              </a:spcBef>
              <a:buNone/>
              <a:defRPr b="0" i="0" sz="10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38100">
              <a:lnSpc>
                <a:spcPct val="104285"/>
              </a:lnSpc>
              <a:spcBef>
                <a:spcPts val="0"/>
              </a:spcBef>
              <a:buNone/>
              <a:defRPr b="0" i="0" sz="10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38100">
              <a:lnSpc>
                <a:spcPct val="104285"/>
              </a:lnSpc>
              <a:spcBef>
                <a:spcPts val="0"/>
              </a:spcBef>
              <a:buNone/>
              <a:defRPr b="0" i="0" sz="10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8100">
              <a:lnSpc>
                <a:spcPct val="104285"/>
              </a:lnSpc>
              <a:spcBef>
                <a:spcPts val="0"/>
              </a:spcBef>
              <a:buNone/>
              <a:defRPr b="0" i="0" sz="10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8100">
              <a:lnSpc>
                <a:spcPct val="104285"/>
              </a:lnSpc>
              <a:spcBef>
                <a:spcPts val="0"/>
              </a:spcBef>
              <a:buNone/>
              <a:defRPr b="0" i="0" sz="10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8100">
              <a:lnSpc>
                <a:spcPct val="104285"/>
              </a:lnSpc>
              <a:spcBef>
                <a:spcPts val="0"/>
              </a:spcBef>
              <a:buNone/>
              <a:defRPr b="0" i="0" sz="10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/>
          <p:nvPr>
            <p:ph type="title"/>
          </p:nvPr>
        </p:nvSpPr>
        <p:spPr>
          <a:xfrm>
            <a:off x="1176972" y="924877"/>
            <a:ext cx="7208520" cy="7581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800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1" type="ft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0" type="dt"/>
          </p:nvPr>
        </p:nvSpPr>
        <p:spPr>
          <a:xfrm>
            <a:off x="1176972" y="6589394"/>
            <a:ext cx="553085" cy="1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2" type="sldNum"/>
          </p:nvPr>
        </p:nvSpPr>
        <p:spPr>
          <a:xfrm>
            <a:off x="10954384" y="6582727"/>
            <a:ext cx="222250" cy="158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38100">
              <a:lnSpc>
                <a:spcPct val="104285"/>
              </a:lnSpc>
              <a:spcBef>
                <a:spcPts val="0"/>
              </a:spcBef>
              <a:buNone/>
              <a:defRPr b="0" i="0" sz="10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38100">
              <a:lnSpc>
                <a:spcPct val="104285"/>
              </a:lnSpc>
              <a:spcBef>
                <a:spcPts val="0"/>
              </a:spcBef>
              <a:buNone/>
              <a:defRPr b="0" i="0" sz="10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38100">
              <a:lnSpc>
                <a:spcPct val="104285"/>
              </a:lnSpc>
              <a:spcBef>
                <a:spcPts val="0"/>
              </a:spcBef>
              <a:buNone/>
              <a:defRPr b="0" i="0" sz="10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38100">
              <a:lnSpc>
                <a:spcPct val="104285"/>
              </a:lnSpc>
              <a:spcBef>
                <a:spcPts val="0"/>
              </a:spcBef>
              <a:buNone/>
              <a:defRPr b="0" i="0" sz="10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38100">
              <a:lnSpc>
                <a:spcPct val="104285"/>
              </a:lnSpc>
              <a:spcBef>
                <a:spcPts val="0"/>
              </a:spcBef>
              <a:buNone/>
              <a:defRPr b="0" i="0" sz="10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38100">
              <a:lnSpc>
                <a:spcPct val="104285"/>
              </a:lnSpc>
              <a:spcBef>
                <a:spcPts val="0"/>
              </a:spcBef>
              <a:buNone/>
              <a:defRPr b="0" i="0" sz="10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8100">
              <a:lnSpc>
                <a:spcPct val="104285"/>
              </a:lnSpc>
              <a:spcBef>
                <a:spcPts val="0"/>
              </a:spcBef>
              <a:buNone/>
              <a:defRPr b="0" i="0" sz="10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8100">
              <a:lnSpc>
                <a:spcPct val="104285"/>
              </a:lnSpc>
              <a:spcBef>
                <a:spcPts val="0"/>
              </a:spcBef>
              <a:buNone/>
              <a:defRPr b="0" i="0" sz="10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8100">
              <a:lnSpc>
                <a:spcPct val="104285"/>
              </a:lnSpc>
              <a:spcBef>
                <a:spcPts val="0"/>
              </a:spcBef>
              <a:buNone/>
              <a:defRPr b="0" i="0" sz="10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"/>
          <p:cNvSpPr txBox="1"/>
          <p:nvPr>
            <p:ph idx="11" type="ft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0" type="dt"/>
          </p:nvPr>
        </p:nvSpPr>
        <p:spPr>
          <a:xfrm>
            <a:off x="1176972" y="6589394"/>
            <a:ext cx="553085" cy="1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2" type="sldNum"/>
          </p:nvPr>
        </p:nvSpPr>
        <p:spPr>
          <a:xfrm>
            <a:off x="10954384" y="6582727"/>
            <a:ext cx="222250" cy="158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38100">
              <a:lnSpc>
                <a:spcPct val="104285"/>
              </a:lnSpc>
              <a:spcBef>
                <a:spcPts val="0"/>
              </a:spcBef>
              <a:buNone/>
              <a:defRPr b="0" i="0" sz="10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38100">
              <a:lnSpc>
                <a:spcPct val="104285"/>
              </a:lnSpc>
              <a:spcBef>
                <a:spcPts val="0"/>
              </a:spcBef>
              <a:buNone/>
              <a:defRPr b="0" i="0" sz="10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38100">
              <a:lnSpc>
                <a:spcPct val="104285"/>
              </a:lnSpc>
              <a:spcBef>
                <a:spcPts val="0"/>
              </a:spcBef>
              <a:buNone/>
              <a:defRPr b="0" i="0" sz="10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38100">
              <a:lnSpc>
                <a:spcPct val="104285"/>
              </a:lnSpc>
              <a:spcBef>
                <a:spcPts val="0"/>
              </a:spcBef>
              <a:buNone/>
              <a:defRPr b="0" i="0" sz="10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38100">
              <a:lnSpc>
                <a:spcPct val="104285"/>
              </a:lnSpc>
              <a:spcBef>
                <a:spcPts val="0"/>
              </a:spcBef>
              <a:buNone/>
              <a:defRPr b="0" i="0" sz="10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38100">
              <a:lnSpc>
                <a:spcPct val="104285"/>
              </a:lnSpc>
              <a:spcBef>
                <a:spcPts val="0"/>
              </a:spcBef>
              <a:buNone/>
              <a:defRPr b="0" i="0" sz="10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8100">
              <a:lnSpc>
                <a:spcPct val="104285"/>
              </a:lnSpc>
              <a:spcBef>
                <a:spcPts val="0"/>
              </a:spcBef>
              <a:buNone/>
              <a:defRPr b="0" i="0" sz="10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8100">
              <a:lnSpc>
                <a:spcPct val="104285"/>
              </a:lnSpc>
              <a:spcBef>
                <a:spcPts val="0"/>
              </a:spcBef>
              <a:buNone/>
              <a:defRPr b="0" i="0" sz="10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8100">
              <a:lnSpc>
                <a:spcPct val="104285"/>
              </a:lnSpc>
              <a:spcBef>
                <a:spcPts val="0"/>
              </a:spcBef>
              <a:buNone/>
              <a:defRPr b="0" i="0" sz="10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"/>
          <p:cNvSpPr txBox="1"/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800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1" type="subTitle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7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0" type="dt"/>
          </p:nvPr>
        </p:nvSpPr>
        <p:spPr>
          <a:xfrm>
            <a:off x="1176972" y="6589394"/>
            <a:ext cx="553085" cy="1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2" type="sldNum"/>
          </p:nvPr>
        </p:nvSpPr>
        <p:spPr>
          <a:xfrm>
            <a:off x="10954384" y="6582727"/>
            <a:ext cx="222250" cy="158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38100">
              <a:lnSpc>
                <a:spcPct val="104285"/>
              </a:lnSpc>
              <a:spcBef>
                <a:spcPts val="0"/>
              </a:spcBef>
              <a:buNone/>
              <a:defRPr b="0" i="0" sz="10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38100">
              <a:lnSpc>
                <a:spcPct val="104285"/>
              </a:lnSpc>
              <a:spcBef>
                <a:spcPts val="0"/>
              </a:spcBef>
              <a:buNone/>
              <a:defRPr b="0" i="0" sz="10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38100">
              <a:lnSpc>
                <a:spcPct val="104285"/>
              </a:lnSpc>
              <a:spcBef>
                <a:spcPts val="0"/>
              </a:spcBef>
              <a:buNone/>
              <a:defRPr b="0" i="0" sz="10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38100">
              <a:lnSpc>
                <a:spcPct val="104285"/>
              </a:lnSpc>
              <a:spcBef>
                <a:spcPts val="0"/>
              </a:spcBef>
              <a:buNone/>
              <a:defRPr b="0" i="0" sz="10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38100">
              <a:lnSpc>
                <a:spcPct val="104285"/>
              </a:lnSpc>
              <a:spcBef>
                <a:spcPts val="0"/>
              </a:spcBef>
              <a:buNone/>
              <a:defRPr b="0" i="0" sz="10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38100">
              <a:lnSpc>
                <a:spcPct val="104285"/>
              </a:lnSpc>
              <a:spcBef>
                <a:spcPts val="0"/>
              </a:spcBef>
              <a:buNone/>
              <a:defRPr b="0" i="0" sz="10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8100">
              <a:lnSpc>
                <a:spcPct val="104285"/>
              </a:lnSpc>
              <a:spcBef>
                <a:spcPts val="0"/>
              </a:spcBef>
              <a:buNone/>
              <a:defRPr b="0" i="0" sz="10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8100">
              <a:lnSpc>
                <a:spcPct val="104285"/>
              </a:lnSpc>
              <a:spcBef>
                <a:spcPts val="0"/>
              </a:spcBef>
              <a:buNone/>
              <a:defRPr b="0" i="0" sz="10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8100">
              <a:lnSpc>
                <a:spcPct val="104285"/>
              </a:lnSpc>
              <a:spcBef>
                <a:spcPts val="0"/>
              </a:spcBef>
              <a:buNone/>
              <a:defRPr b="0" i="0" sz="10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6"/>
          <p:cNvSpPr txBox="1"/>
          <p:nvPr>
            <p:ph type="title"/>
          </p:nvPr>
        </p:nvSpPr>
        <p:spPr>
          <a:xfrm>
            <a:off x="1176972" y="924877"/>
            <a:ext cx="7208520" cy="7581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800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6"/>
          <p:cNvSpPr txBox="1"/>
          <p:nvPr>
            <p:ph idx="1" type="body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2" type="body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0" type="dt"/>
          </p:nvPr>
        </p:nvSpPr>
        <p:spPr>
          <a:xfrm>
            <a:off x="1176972" y="6589394"/>
            <a:ext cx="553085" cy="1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12" type="sldNum"/>
          </p:nvPr>
        </p:nvSpPr>
        <p:spPr>
          <a:xfrm>
            <a:off x="10954384" y="6582727"/>
            <a:ext cx="222250" cy="158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38100">
              <a:lnSpc>
                <a:spcPct val="104285"/>
              </a:lnSpc>
              <a:spcBef>
                <a:spcPts val="0"/>
              </a:spcBef>
              <a:buNone/>
              <a:defRPr b="0" i="0" sz="10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38100">
              <a:lnSpc>
                <a:spcPct val="104285"/>
              </a:lnSpc>
              <a:spcBef>
                <a:spcPts val="0"/>
              </a:spcBef>
              <a:buNone/>
              <a:defRPr b="0" i="0" sz="10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38100">
              <a:lnSpc>
                <a:spcPct val="104285"/>
              </a:lnSpc>
              <a:spcBef>
                <a:spcPts val="0"/>
              </a:spcBef>
              <a:buNone/>
              <a:defRPr b="0" i="0" sz="10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38100">
              <a:lnSpc>
                <a:spcPct val="104285"/>
              </a:lnSpc>
              <a:spcBef>
                <a:spcPts val="0"/>
              </a:spcBef>
              <a:buNone/>
              <a:defRPr b="0" i="0" sz="10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38100">
              <a:lnSpc>
                <a:spcPct val="104285"/>
              </a:lnSpc>
              <a:spcBef>
                <a:spcPts val="0"/>
              </a:spcBef>
              <a:buNone/>
              <a:defRPr b="0" i="0" sz="10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38100">
              <a:lnSpc>
                <a:spcPct val="104285"/>
              </a:lnSpc>
              <a:spcBef>
                <a:spcPts val="0"/>
              </a:spcBef>
              <a:buNone/>
              <a:defRPr b="0" i="0" sz="10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8100">
              <a:lnSpc>
                <a:spcPct val="104285"/>
              </a:lnSpc>
              <a:spcBef>
                <a:spcPts val="0"/>
              </a:spcBef>
              <a:buNone/>
              <a:defRPr b="0" i="0" sz="10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8100">
              <a:lnSpc>
                <a:spcPct val="104285"/>
              </a:lnSpc>
              <a:spcBef>
                <a:spcPts val="0"/>
              </a:spcBef>
              <a:buNone/>
              <a:defRPr b="0" i="0" sz="10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8100">
              <a:lnSpc>
                <a:spcPct val="104285"/>
              </a:lnSpc>
              <a:spcBef>
                <a:spcPts val="0"/>
              </a:spcBef>
              <a:buNone/>
              <a:defRPr b="0" i="0" sz="10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/>
          <p:nvPr/>
        </p:nvSpPr>
        <p:spPr>
          <a:xfrm>
            <a:off x="0" y="6400800"/>
            <a:ext cx="12192000" cy="457200"/>
          </a:xfrm>
          <a:custGeom>
            <a:rect b="b" l="l" r="r" t="t"/>
            <a:pathLst>
              <a:path extrusionOk="0" h="457200" w="12192000">
                <a:moveTo>
                  <a:pt x="12192000" y="0"/>
                </a:moveTo>
                <a:lnTo>
                  <a:pt x="0" y="0"/>
                </a:lnTo>
                <a:lnTo>
                  <a:pt x="0" y="457200"/>
                </a:lnTo>
                <a:lnTo>
                  <a:pt x="12192000" y="4572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C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" name="Google Shape;7;p1"/>
          <p:cNvSpPr/>
          <p:nvPr/>
        </p:nvSpPr>
        <p:spPr>
          <a:xfrm>
            <a:off x="0" y="6334125"/>
            <a:ext cx="12192000" cy="66675"/>
          </a:xfrm>
          <a:custGeom>
            <a:rect b="b" l="l" r="r" t="t"/>
            <a:pathLst>
              <a:path extrusionOk="0" h="66675" w="12192000">
                <a:moveTo>
                  <a:pt x="12192000" y="0"/>
                </a:moveTo>
                <a:lnTo>
                  <a:pt x="0" y="0"/>
                </a:lnTo>
                <a:lnTo>
                  <a:pt x="0" y="66675"/>
                </a:lnTo>
                <a:lnTo>
                  <a:pt x="12192000" y="66675"/>
                </a:lnTo>
                <a:lnTo>
                  <a:pt x="12192000" y="0"/>
                </a:lnTo>
                <a:close/>
              </a:path>
            </a:pathLst>
          </a:custGeom>
          <a:solidFill>
            <a:srgbClr val="001F5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" name="Google Shape;8;p1"/>
          <p:cNvSpPr txBox="1"/>
          <p:nvPr>
            <p:ph type="title"/>
          </p:nvPr>
        </p:nvSpPr>
        <p:spPr>
          <a:xfrm>
            <a:off x="1176972" y="924877"/>
            <a:ext cx="7208520" cy="7581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800" u="none" cap="none" strike="noStrike">
                <a:solidFill>
                  <a:srgbClr val="40404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9" name="Google Shape;9;p1"/>
          <p:cNvSpPr txBox="1"/>
          <p:nvPr>
            <p:ph idx="1" type="body"/>
          </p:nvPr>
        </p:nvSpPr>
        <p:spPr>
          <a:xfrm>
            <a:off x="1176972" y="2184907"/>
            <a:ext cx="9661525" cy="32397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75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1" type="ft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0" type="dt"/>
          </p:nvPr>
        </p:nvSpPr>
        <p:spPr>
          <a:xfrm>
            <a:off x="1176972" y="6589394"/>
            <a:ext cx="553085" cy="1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2" name="Google Shape;12;p1"/>
          <p:cNvSpPr txBox="1"/>
          <p:nvPr>
            <p:ph idx="12" type="sldNum"/>
          </p:nvPr>
        </p:nvSpPr>
        <p:spPr>
          <a:xfrm>
            <a:off x="10954384" y="6582727"/>
            <a:ext cx="222250" cy="158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38100">
              <a:lnSpc>
                <a:spcPct val="104285"/>
              </a:lnSpc>
              <a:spcBef>
                <a:spcPts val="0"/>
              </a:spcBef>
              <a:buNone/>
              <a:defRPr b="0" i="0" sz="10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38100">
              <a:lnSpc>
                <a:spcPct val="104285"/>
              </a:lnSpc>
              <a:spcBef>
                <a:spcPts val="0"/>
              </a:spcBef>
              <a:buNone/>
              <a:defRPr b="0" i="0" sz="10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38100">
              <a:lnSpc>
                <a:spcPct val="104285"/>
              </a:lnSpc>
              <a:spcBef>
                <a:spcPts val="0"/>
              </a:spcBef>
              <a:buNone/>
              <a:defRPr b="0" i="0" sz="10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38100">
              <a:lnSpc>
                <a:spcPct val="104285"/>
              </a:lnSpc>
              <a:spcBef>
                <a:spcPts val="0"/>
              </a:spcBef>
              <a:buNone/>
              <a:defRPr b="0" i="0" sz="10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38100">
              <a:lnSpc>
                <a:spcPct val="104285"/>
              </a:lnSpc>
              <a:spcBef>
                <a:spcPts val="0"/>
              </a:spcBef>
              <a:buNone/>
              <a:defRPr b="0" i="0" sz="10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38100">
              <a:lnSpc>
                <a:spcPct val="104285"/>
              </a:lnSpc>
              <a:spcBef>
                <a:spcPts val="0"/>
              </a:spcBef>
              <a:buNone/>
              <a:defRPr b="0" i="0" sz="10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38100">
              <a:lnSpc>
                <a:spcPct val="104285"/>
              </a:lnSpc>
              <a:spcBef>
                <a:spcPts val="0"/>
              </a:spcBef>
              <a:buNone/>
              <a:defRPr b="0" i="0" sz="10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8100">
              <a:lnSpc>
                <a:spcPct val="104285"/>
              </a:lnSpc>
              <a:spcBef>
                <a:spcPts val="0"/>
              </a:spcBef>
              <a:buNone/>
              <a:defRPr b="0" i="0" sz="10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8100">
              <a:lnSpc>
                <a:spcPct val="104285"/>
              </a:lnSpc>
              <a:spcBef>
                <a:spcPts val="0"/>
              </a:spcBef>
              <a:buNone/>
              <a:defRPr b="0" i="0" sz="10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jpg"/><Relationship Id="rId4" Type="http://schemas.openxmlformats.org/officeDocument/2006/relationships/image" Target="../media/image5.jpg"/><Relationship Id="rId5" Type="http://schemas.openxmlformats.org/officeDocument/2006/relationships/image" Target="../media/image4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7"/>
          <p:cNvSpPr/>
          <p:nvPr/>
        </p:nvSpPr>
        <p:spPr>
          <a:xfrm>
            <a:off x="4763" y="1576450"/>
            <a:ext cx="12187555" cy="866775"/>
          </a:xfrm>
          <a:custGeom>
            <a:rect b="b" l="l" r="r" t="t"/>
            <a:pathLst>
              <a:path extrusionOk="0" h="866775" w="12187555">
                <a:moveTo>
                  <a:pt x="12187236" y="0"/>
                </a:moveTo>
                <a:lnTo>
                  <a:pt x="0" y="0"/>
                </a:lnTo>
                <a:lnTo>
                  <a:pt x="0" y="866775"/>
                </a:lnTo>
                <a:lnTo>
                  <a:pt x="12187236" y="866775"/>
                </a:lnTo>
                <a:lnTo>
                  <a:pt x="12187236" y="0"/>
                </a:lnTo>
                <a:close/>
              </a:path>
            </a:pathLst>
          </a:custGeom>
          <a:solidFill>
            <a:srgbClr val="C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7"/>
          <p:cNvSpPr txBox="1"/>
          <p:nvPr>
            <p:ph type="title"/>
          </p:nvPr>
        </p:nvSpPr>
        <p:spPr>
          <a:xfrm>
            <a:off x="2956950" y="1769425"/>
            <a:ext cx="6308700" cy="44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8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50">
                <a:solidFill>
                  <a:srgbClr val="FFFFFF"/>
                </a:solidFill>
              </a:rPr>
              <a:t>    </a:t>
            </a:r>
            <a:r>
              <a:rPr lang="en-US" sz="2800">
                <a:solidFill>
                  <a:srgbClr val="FFFFFF"/>
                </a:solidFill>
              </a:rPr>
              <a:t>Department of Computer Applications</a:t>
            </a:r>
            <a:endParaRPr sz="2800"/>
          </a:p>
        </p:txBody>
      </p:sp>
      <p:sp>
        <p:nvSpPr>
          <p:cNvPr id="47" name="Google Shape;47;p7"/>
          <p:cNvSpPr txBox="1"/>
          <p:nvPr/>
        </p:nvSpPr>
        <p:spPr>
          <a:xfrm>
            <a:off x="890900" y="4728874"/>
            <a:ext cx="3482400" cy="124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875">
            <a:spAutoFit/>
          </a:bodyPr>
          <a:lstStyle/>
          <a:p>
            <a:pPr indent="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Student Name: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RegisterNumber: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Internal Guide: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External Guide: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8" name="Google Shape;48;p7"/>
          <p:cNvSpPr txBox="1"/>
          <p:nvPr/>
        </p:nvSpPr>
        <p:spPr>
          <a:xfrm>
            <a:off x="2956941" y="2691828"/>
            <a:ext cx="6825000" cy="18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748030" marR="739140" rtl="0" algn="ctr">
              <a:lnSpc>
                <a:spcPct val="150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latin typeface="Times New Roman"/>
                <a:ea typeface="Times New Roman"/>
                <a:cs typeface="Times New Roman"/>
                <a:sym typeface="Times New Roman"/>
              </a:rPr>
              <a:t>SEMESTER END EXAMINATIONS,</a:t>
            </a:r>
            <a:r>
              <a:rPr b="1" lang="en-US" sz="2000">
                <a:latin typeface="Times New Roman"/>
                <a:ea typeface="Times New Roman"/>
                <a:cs typeface="Times New Roman"/>
                <a:sym typeface="Times New Roman"/>
              </a:rPr>
              <a:t>MAY</a:t>
            </a:r>
            <a:r>
              <a:rPr b="1" lang="en-US" sz="2000">
                <a:latin typeface="Times New Roman"/>
                <a:ea typeface="Times New Roman"/>
                <a:cs typeface="Times New Roman"/>
                <a:sym typeface="Times New Roman"/>
              </a:rPr>
              <a:t> 2025 MCA-Specialization, 4</a:t>
            </a:r>
            <a:r>
              <a:rPr b="1" baseline="30000" lang="en-US" sz="2025"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b="1" baseline="30000" lang="en-US" sz="2025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lang="en-US" sz="2000">
                <a:latin typeface="Times New Roman"/>
                <a:ea typeface="Times New Roman"/>
                <a:cs typeface="Times New Roman"/>
                <a:sym typeface="Times New Roman"/>
              </a:rPr>
              <a:t>SEMESTER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0000"/>
              </a:lnSpc>
              <a:spcBef>
                <a:spcPts val="1205"/>
              </a:spcBef>
              <a:spcAft>
                <a:spcPts val="0"/>
              </a:spcAft>
              <a:buNone/>
            </a:pPr>
            <a:r>
              <a:rPr b="1" lang="en-US" sz="2000">
                <a:latin typeface="Times New Roman"/>
                <a:ea typeface="Times New Roman"/>
                <a:cs typeface="Times New Roman"/>
                <a:sym typeface="Times New Roman"/>
              </a:rPr>
              <a:t>Project Title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0000"/>
              </a:lnSpc>
              <a:spcBef>
                <a:spcPts val="1205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9" name="Google Shape;49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15164" y="365413"/>
            <a:ext cx="4700380" cy="633845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7"/>
          <p:cNvSpPr txBox="1"/>
          <p:nvPr>
            <p:ph idx="12" type="sldNum"/>
          </p:nvPr>
        </p:nvSpPr>
        <p:spPr>
          <a:xfrm>
            <a:off x="10954384" y="6582727"/>
            <a:ext cx="222250" cy="158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095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1" name="Google Shape;51;p7"/>
          <p:cNvSpPr txBox="1"/>
          <p:nvPr>
            <p:ph idx="10" type="dt"/>
          </p:nvPr>
        </p:nvSpPr>
        <p:spPr>
          <a:xfrm>
            <a:off x="1176972" y="6589394"/>
            <a:ext cx="553085" cy="1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1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25-04-2026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8"/>
          <p:cNvSpPr/>
          <p:nvPr/>
        </p:nvSpPr>
        <p:spPr>
          <a:xfrm>
            <a:off x="1195387" y="1738376"/>
            <a:ext cx="9966960" cy="0"/>
          </a:xfrm>
          <a:custGeom>
            <a:rect b="b" l="l" r="r" t="t"/>
            <a:pathLst>
              <a:path extrusionOk="0" h="120000" w="9966960">
                <a:moveTo>
                  <a:pt x="0" y="0"/>
                </a:moveTo>
                <a:lnTo>
                  <a:pt x="9966896" y="0"/>
                </a:lnTo>
              </a:path>
            </a:pathLst>
          </a:custGeom>
          <a:noFill/>
          <a:ln cap="flat" cmpd="sng" w="9525">
            <a:solidFill>
              <a:srgbClr val="7E7E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8"/>
          <p:cNvSpPr txBox="1"/>
          <p:nvPr>
            <p:ph type="title"/>
          </p:nvPr>
        </p:nvSpPr>
        <p:spPr>
          <a:xfrm>
            <a:off x="1176972" y="924877"/>
            <a:ext cx="72084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Problem Statement</a:t>
            </a:r>
            <a:endParaRPr sz="2400"/>
          </a:p>
        </p:txBody>
      </p:sp>
      <p:sp>
        <p:nvSpPr>
          <p:cNvPr id="58" name="Google Shape;58;p8"/>
          <p:cNvSpPr txBox="1"/>
          <p:nvPr>
            <p:ph idx="12" type="sldNum"/>
          </p:nvPr>
        </p:nvSpPr>
        <p:spPr>
          <a:xfrm>
            <a:off x="10954384" y="6582727"/>
            <a:ext cx="222300" cy="1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095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9" name="Google Shape;59;p8"/>
          <p:cNvSpPr txBox="1"/>
          <p:nvPr>
            <p:ph idx="10" type="dt"/>
          </p:nvPr>
        </p:nvSpPr>
        <p:spPr>
          <a:xfrm>
            <a:off x="1176972" y="6589394"/>
            <a:ext cx="553200" cy="1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1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25-04-2026</a:t>
            </a:r>
            <a:endParaRPr/>
          </a:p>
        </p:txBody>
      </p:sp>
      <p:sp>
        <p:nvSpPr>
          <p:cNvPr id="60" name="Google Shape;60;p8"/>
          <p:cNvSpPr txBox="1"/>
          <p:nvPr/>
        </p:nvSpPr>
        <p:spPr>
          <a:xfrm>
            <a:off x="942975" y="2144458"/>
            <a:ext cx="106764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146049" lvl="0" marL="12700" marR="10795" rtl="0" algn="l">
              <a:lnSpc>
                <a:spcPct val="151200"/>
              </a:lnSpc>
              <a:spcBef>
                <a:spcPts val="0"/>
              </a:spcBef>
              <a:spcAft>
                <a:spcPts val="0"/>
              </a:spcAft>
              <a:buSzPts val="2300"/>
              <a:buFont typeface="Times New Roman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9"/>
          <p:cNvSpPr/>
          <p:nvPr/>
        </p:nvSpPr>
        <p:spPr>
          <a:xfrm>
            <a:off x="1195387" y="1738376"/>
            <a:ext cx="9966960" cy="0"/>
          </a:xfrm>
          <a:custGeom>
            <a:rect b="b" l="l" r="r" t="t"/>
            <a:pathLst>
              <a:path extrusionOk="0" h="120000" w="9966960">
                <a:moveTo>
                  <a:pt x="0" y="0"/>
                </a:moveTo>
                <a:lnTo>
                  <a:pt x="9966896" y="0"/>
                </a:lnTo>
              </a:path>
            </a:pathLst>
          </a:custGeom>
          <a:noFill/>
          <a:ln cap="flat" cmpd="sng" w="9525">
            <a:solidFill>
              <a:srgbClr val="7E7E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9"/>
          <p:cNvSpPr txBox="1"/>
          <p:nvPr>
            <p:ph type="title"/>
          </p:nvPr>
        </p:nvSpPr>
        <p:spPr>
          <a:xfrm>
            <a:off x="1176972" y="924877"/>
            <a:ext cx="7208400" cy="7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/>
              <a:t>Introduction</a:t>
            </a:r>
            <a:endParaRPr sz="4500"/>
          </a:p>
        </p:txBody>
      </p:sp>
      <p:sp>
        <p:nvSpPr>
          <p:cNvPr id="67" name="Google Shape;67;p9"/>
          <p:cNvSpPr txBox="1"/>
          <p:nvPr>
            <p:ph idx="12" type="sldNum"/>
          </p:nvPr>
        </p:nvSpPr>
        <p:spPr>
          <a:xfrm>
            <a:off x="10954384" y="6582727"/>
            <a:ext cx="222250" cy="158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095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8" name="Google Shape;68;p9"/>
          <p:cNvSpPr txBox="1"/>
          <p:nvPr>
            <p:ph idx="10" type="dt"/>
          </p:nvPr>
        </p:nvSpPr>
        <p:spPr>
          <a:xfrm>
            <a:off x="1176972" y="6589394"/>
            <a:ext cx="553085" cy="1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1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25-04-2026</a:t>
            </a:r>
            <a:endParaRPr/>
          </a:p>
        </p:txBody>
      </p:sp>
      <p:sp>
        <p:nvSpPr>
          <p:cNvPr id="69" name="Google Shape;69;p9"/>
          <p:cNvSpPr txBox="1"/>
          <p:nvPr/>
        </p:nvSpPr>
        <p:spPr>
          <a:xfrm>
            <a:off x="869950" y="1712658"/>
            <a:ext cx="105258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146049" lvl="0" marL="104139" marR="5080" rtl="0" algn="l">
              <a:lnSpc>
                <a:spcPct val="151200"/>
              </a:lnSpc>
              <a:spcBef>
                <a:spcPts val="0"/>
              </a:spcBef>
              <a:spcAft>
                <a:spcPts val="0"/>
              </a:spcAft>
              <a:buSzPts val="2300"/>
              <a:buFont typeface="Noto Sans Symbols"/>
              <a:buChar char="▪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0"/>
          <p:cNvSpPr/>
          <p:nvPr/>
        </p:nvSpPr>
        <p:spPr>
          <a:xfrm>
            <a:off x="1195387" y="1738376"/>
            <a:ext cx="9966960" cy="0"/>
          </a:xfrm>
          <a:custGeom>
            <a:rect b="b" l="l" r="r" t="t"/>
            <a:pathLst>
              <a:path extrusionOk="0" h="120000" w="9966960">
                <a:moveTo>
                  <a:pt x="0" y="0"/>
                </a:moveTo>
                <a:lnTo>
                  <a:pt x="9966896" y="0"/>
                </a:lnTo>
              </a:path>
            </a:pathLst>
          </a:custGeom>
          <a:noFill/>
          <a:ln cap="flat" cmpd="sng" w="9525">
            <a:solidFill>
              <a:srgbClr val="7E7E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10"/>
          <p:cNvSpPr txBox="1"/>
          <p:nvPr>
            <p:ph type="title"/>
          </p:nvPr>
        </p:nvSpPr>
        <p:spPr>
          <a:xfrm>
            <a:off x="1176972" y="924877"/>
            <a:ext cx="7208520" cy="7581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Importance of the project</a:t>
            </a:r>
            <a:endParaRPr/>
          </a:p>
        </p:txBody>
      </p:sp>
      <p:sp>
        <p:nvSpPr>
          <p:cNvPr id="76" name="Google Shape;76;p10"/>
          <p:cNvSpPr txBox="1"/>
          <p:nvPr>
            <p:ph idx="12" type="sldNum"/>
          </p:nvPr>
        </p:nvSpPr>
        <p:spPr>
          <a:xfrm>
            <a:off x="10954384" y="6582727"/>
            <a:ext cx="222250" cy="158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095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7" name="Google Shape;77;p10"/>
          <p:cNvSpPr txBox="1"/>
          <p:nvPr>
            <p:ph idx="10" type="dt"/>
          </p:nvPr>
        </p:nvSpPr>
        <p:spPr>
          <a:xfrm>
            <a:off x="1176972" y="6589394"/>
            <a:ext cx="553085" cy="1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1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25-04-2026</a:t>
            </a:r>
            <a:endParaRPr/>
          </a:p>
        </p:txBody>
      </p:sp>
      <p:sp>
        <p:nvSpPr>
          <p:cNvPr id="78" name="Google Shape;78;p10"/>
          <p:cNvSpPr txBox="1"/>
          <p:nvPr/>
        </p:nvSpPr>
        <p:spPr>
          <a:xfrm>
            <a:off x="1314703" y="1925895"/>
            <a:ext cx="9168000" cy="5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99375">
            <a:spAutoFit/>
          </a:bodyPr>
          <a:lstStyle/>
          <a:p>
            <a:pPr indent="-146049" lvl="0" marL="118745" rtl="0" algn="l">
              <a:lnSpc>
                <a:spcPct val="100000"/>
              </a:lnSpc>
              <a:spcBef>
                <a:spcPts val="1480"/>
              </a:spcBef>
              <a:spcAft>
                <a:spcPts val="0"/>
              </a:spcAft>
              <a:buSzPts val="2300"/>
              <a:buFont typeface="Times New Roman"/>
              <a:buChar char="•"/>
            </a:pPr>
            <a:r>
              <a:t/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1"/>
          <p:cNvSpPr/>
          <p:nvPr/>
        </p:nvSpPr>
        <p:spPr>
          <a:xfrm>
            <a:off x="1195387" y="1738376"/>
            <a:ext cx="9966960" cy="0"/>
          </a:xfrm>
          <a:custGeom>
            <a:rect b="b" l="l" r="r" t="t"/>
            <a:pathLst>
              <a:path extrusionOk="0" h="120000" w="9966960">
                <a:moveTo>
                  <a:pt x="0" y="0"/>
                </a:moveTo>
                <a:lnTo>
                  <a:pt x="9966896" y="0"/>
                </a:lnTo>
              </a:path>
            </a:pathLst>
          </a:custGeom>
          <a:noFill/>
          <a:ln cap="flat" cmpd="sng" w="9525">
            <a:solidFill>
              <a:srgbClr val="7E7E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1"/>
          <p:cNvSpPr txBox="1"/>
          <p:nvPr>
            <p:ph type="title"/>
          </p:nvPr>
        </p:nvSpPr>
        <p:spPr>
          <a:xfrm>
            <a:off x="1176972" y="924877"/>
            <a:ext cx="7208520" cy="7581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Objectives</a:t>
            </a:r>
            <a:endParaRPr/>
          </a:p>
        </p:txBody>
      </p:sp>
      <p:sp>
        <p:nvSpPr>
          <p:cNvPr id="85" name="Google Shape;85;p11"/>
          <p:cNvSpPr txBox="1"/>
          <p:nvPr>
            <p:ph idx="12" type="sldNum"/>
          </p:nvPr>
        </p:nvSpPr>
        <p:spPr>
          <a:xfrm>
            <a:off x="10954384" y="6582727"/>
            <a:ext cx="222250" cy="158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095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6" name="Google Shape;86;p11"/>
          <p:cNvSpPr txBox="1"/>
          <p:nvPr>
            <p:ph idx="10" type="dt"/>
          </p:nvPr>
        </p:nvSpPr>
        <p:spPr>
          <a:xfrm>
            <a:off x="1176972" y="6589394"/>
            <a:ext cx="553085" cy="1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1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25-04-2026</a:t>
            </a:r>
            <a:endParaRPr/>
          </a:p>
        </p:txBody>
      </p:sp>
      <p:sp>
        <p:nvSpPr>
          <p:cNvPr id="87" name="Google Shape;87;p11"/>
          <p:cNvSpPr txBox="1"/>
          <p:nvPr/>
        </p:nvSpPr>
        <p:spPr>
          <a:xfrm>
            <a:off x="994092" y="1961070"/>
            <a:ext cx="104724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00025">
            <a:spAutoFit/>
          </a:bodyPr>
          <a:lstStyle/>
          <a:p>
            <a:pPr indent="-146049" lvl="0" marL="151765" rtl="0" algn="l">
              <a:lnSpc>
                <a:spcPct val="100000"/>
              </a:lnSpc>
              <a:spcBef>
                <a:spcPts val="1475"/>
              </a:spcBef>
              <a:spcAft>
                <a:spcPts val="0"/>
              </a:spcAft>
              <a:buSzPts val="2300"/>
              <a:buFont typeface="Noto Sans Symbols"/>
              <a:buChar char="▪"/>
            </a:pPr>
            <a:r>
              <a:t/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2"/>
          <p:cNvSpPr/>
          <p:nvPr/>
        </p:nvSpPr>
        <p:spPr>
          <a:xfrm>
            <a:off x="1195387" y="1738376"/>
            <a:ext cx="9966960" cy="0"/>
          </a:xfrm>
          <a:custGeom>
            <a:rect b="b" l="l" r="r" t="t"/>
            <a:pathLst>
              <a:path extrusionOk="0" h="120000" w="9966960">
                <a:moveTo>
                  <a:pt x="0" y="0"/>
                </a:moveTo>
                <a:lnTo>
                  <a:pt x="9966896" y="0"/>
                </a:lnTo>
              </a:path>
            </a:pathLst>
          </a:custGeom>
          <a:noFill/>
          <a:ln cap="flat" cmpd="sng" w="9525">
            <a:solidFill>
              <a:srgbClr val="7E7E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12"/>
          <p:cNvSpPr txBox="1"/>
          <p:nvPr>
            <p:ph type="title"/>
          </p:nvPr>
        </p:nvSpPr>
        <p:spPr>
          <a:xfrm>
            <a:off x="1176972" y="924877"/>
            <a:ext cx="7208520" cy="7581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Why This Project Matters</a:t>
            </a:r>
            <a:endParaRPr/>
          </a:p>
        </p:txBody>
      </p:sp>
      <p:sp>
        <p:nvSpPr>
          <p:cNvPr id="94" name="Google Shape;94;p12"/>
          <p:cNvSpPr txBox="1"/>
          <p:nvPr>
            <p:ph idx="12" type="sldNum"/>
          </p:nvPr>
        </p:nvSpPr>
        <p:spPr>
          <a:xfrm>
            <a:off x="10954384" y="6582727"/>
            <a:ext cx="222250" cy="158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095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5" name="Google Shape;95;p12"/>
          <p:cNvSpPr txBox="1"/>
          <p:nvPr>
            <p:ph idx="10" type="dt"/>
          </p:nvPr>
        </p:nvSpPr>
        <p:spPr>
          <a:xfrm>
            <a:off x="1176972" y="6589394"/>
            <a:ext cx="553085" cy="1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1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25-04-2026</a:t>
            </a:r>
            <a:endParaRPr/>
          </a:p>
        </p:txBody>
      </p:sp>
      <p:sp>
        <p:nvSpPr>
          <p:cNvPr id="96" name="Google Shape;96;p12"/>
          <p:cNvSpPr txBox="1"/>
          <p:nvPr>
            <p:ph idx="1" type="body"/>
          </p:nvPr>
        </p:nvSpPr>
        <p:spPr>
          <a:xfrm>
            <a:off x="1176972" y="2184907"/>
            <a:ext cx="9661500" cy="66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88475">
            <a:spAutoFit/>
          </a:bodyPr>
          <a:lstStyle/>
          <a:p>
            <a:pPr indent="-146049" lvl="0" marL="242570" rtl="0" algn="l">
              <a:lnSpc>
                <a:spcPct val="100000"/>
              </a:lnSpc>
              <a:spcBef>
                <a:spcPts val="1475"/>
              </a:spcBef>
              <a:spcAft>
                <a:spcPts val="0"/>
              </a:spcAft>
              <a:buClr>
                <a:schemeClr val="dk1"/>
              </a:buClr>
              <a:buSzPts val="2300"/>
              <a:buFont typeface="Times New Roman"/>
              <a:buChar char="•"/>
            </a:pPr>
            <a:r>
              <a:t/>
            </a:r>
            <a:endParaRPr sz="24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3"/>
          <p:cNvSpPr/>
          <p:nvPr/>
        </p:nvSpPr>
        <p:spPr>
          <a:xfrm>
            <a:off x="1195387" y="1738376"/>
            <a:ext cx="9966960" cy="0"/>
          </a:xfrm>
          <a:custGeom>
            <a:rect b="b" l="l" r="r" t="t"/>
            <a:pathLst>
              <a:path extrusionOk="0" h="120000" w="9966960">
                <a:moveTo>
                  <a:pt x="0" y="0"/>
                </a:moveTo>
                <a:lnTo>
                  <a:pt x="9966896" y="0"/>
                </a:lnTo>
              </a:path>
            </a:pathLst>
          </a:custGeom>
          <a:noFill/>
          <a:ln cap="flat" cmpd="sng" w="9525">
            <a:solidFill>
              <a:srgbClr val="7E7E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13"/>
          <p:cNvSpPr txBox="1"/>
          <p:nvPr>
            <p:ph type="title"/>
          </p:nvPr>
        </p:nvSpPr>
        <p:spPr>
          <a:xfrm>
            <a:off x="1195376" y="980175"/>
            <a:ext cx="99669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Challenges Being Addressed</a:t>
            </a:r>
            <a:endParaRPr/>
          </a:p>
        </p:txBody>
      </p:sp>
      <p:sp>
        <p:nvSpPr>
          <p:cNvPr id="103" name="Google Shape;103;p13"/>
          <p:cNvSpPr txBox="1"/>
          <p:nvPr>
            <p:ph idx="12" type="sldNum"/>
          </p:nvPr>
        </p:nvSpPr>
        <p:spPr>
          <a:xfrm>
            <a:off x="10954384" y="6582727"/>
            <a:ext cx="222250" cy="158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095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4" name="Google Shape;104;p13"/>
          <p:cNvSpPr txBox="1"/>
          <p:nvPr>
            <p:ph idx="10" type="dt"/>
          </p:nvPr>
        </p:nvSpPr>
        <p:spPr>
          <a:xfrm>
            <a:off x="1176972" y="6589394"/>
            <a:ext cx="553085" cy="1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1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25-04-2026</a:t>
            </a:r>
            <a:endParaRPr/>
          </a:p>
        </p:txBody>
      </p:sp>
      <p:sp>
        <p:nvSpPr>
          <p:cNvPr id="105" name="Google Shape;105;p13"/>
          <p:cNvSpPr txBox="1"/>
          <p:nvPr/>
        </p:nvSpPr>
        <p:spPr>
          <a:xfrm>
            <a:off x="1117917" y="2112513"/>
            <a:ext cx="9265200" cy="57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00650">
            <a:spAutoFit/>
          </a:bodyPr>
          <a:lstStyle/>
          <a:p>
            <a:pPr indent="-146049" lvl="0" marL="118745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300"/>
              <a:buFont typeface="Times New Roman"/>
              <a:buChar char="•"/>
            </a:pPr>
            <a:r>
              <a:t/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4"/>
          <p:cNvSpPr txBox="1"/>
          <p:nvPr>
            <p:ph type="title"/>
          </p:nvPr>
        </p:nvSpPr>
        <p:spPr>
          <a:xfrm>
            <a:off x="859472" y="306387"/>
            <a:ext cx="1842900" cy="39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</a:rPr>
              <a:t>Related Work</a:t>
            </a:r>
            <a:endParaRPr sz="2400"/>
          </a:p>
        </p:txBody>
      </p:sp>
      <p:sp>
        <p:nvSpPr>
          <p:cNvPr id="111" name="Google Shape;111;p14"/>
          <p:cNvSpPr txBox="1"/>
          <p:nvPr>
            <p:ph idx="12" type="sldNum"/>
          </p:nvPr>
        </p:nvSpPr>
        <p:spPr>
          <a:xfrm>
            <a:off x="10954384" y="6582727"/>
            <a:ext cx="222250" cy="158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095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2" name="Google Shape;112;p14"/>
          <p:cNvSpPr txBox="1"/>
          <p:nvPr>
            <p:ph idx="10" type="dt"/>
          </p:nvPr>
        </p:nvSpPr>
        <p:spPr>
          <a:xfrm>
            <a:off x="1176972" y="6589394"/>
            <a:ext cx="553085" cy="1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1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25-04-2026</a:t>
            </a:r>
            <a:endParaRPr/>
          </a:p>
        </p:txBody>
      </p:sp>
      <p:graphicFrame>
        <p:nvGraphicFramePr>
          <p:cNvPr id="113" name="Google Shape;113;p14"/>
          <p:cNvGraphicFramePr/>
          <p:nvPr/>
        </p:nvGraphicFramePr>
        <p:xfrm>
          <a:off x="681913" y="106489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{FAC0BF3F-4BAC-4974-A533-402E7BB5857E}</a:tableStyleId>
              </a:tblPr>
              <a:tblGrid>
                <a:gridCol w="2799725"/>
                <a:gridCol w="2671450"/>
                <a:gridCol w="2671450"/>
                <a:gridCol w="2671450"/>
              </a:tblGrid>
              <a:tr h="723900">
                <a:tc>
                  <a:txBody>
                    <a:bodyPr/>
                    <a:lstStyle/>
                    <a:p>
                      <a:pPr indent="0" lvl="0" marL="836294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Prior Work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1717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58547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What They Did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1717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12420" lvl="0" marL="814069" marR="486409" rtl="0" algn="l">
                        <a:lnSpc>
                          <a:spcPct val="100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Limitations They Mentioned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747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5080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My Contribution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1717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33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920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1050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93980" marR="247650" rtl="0" algn="l">
                        <a:lnSpc>
                          <a:spcPct val="100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3367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95885" marR="307975" rtl="0" algn="l">
                        <a:lnSpc>
                          <a:spcPct val="1008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20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97790" marR="142875" rtl="0" algn="l">
                        <a:lnSpc>
                          <a:spcPct val="1008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20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344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9207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5397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93980" marR="650875" rtl="0" algn="l">
                        <a:lnSpc>
                          <a:spcPct val="100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810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95885" marR="266700" rtl="0" algn="l">
                        <a:lnSpc>
                          <a:spcPct val="10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272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97790" marR="381635" rtl="0" algn="just">
                        <a:lnSpc>
                          <a:spcPct val="1008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810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5"/>
          <p:cNvSpPr txBox="1"/>
          <p:nvPr>
            <p:ph type="title"/>
          </p:nvPr>
        </p:nvSpPr>
        <p:spPr>
          <a:xfrm>
            <a:off x="541337" y="545718"/>
            <a:ext cx="4822200" cy="57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000000"/>
                </a:solidFill>
              </a:rPr>
              <a:t>Methods &amp; Technologies</a:t>
            </a:r>
            <a:endParaRPr sz="3600"/>
          </a:p>
        </p:txBody>
      </p:sp>
      <p:sp>
        <p:nvSpPr>
          <p:cNvPr id="119" name="Google Shape;119;p15"/>
          <p:cNvSpPr txBox="1"/>
          <p:nvPr>
            <p:ph idx="12" type="sldNum"/>
          </p:nvPr>
        </p:nvSpPr>
        <p:spPr>
          <a:xfrm>
            <a:off x="10954384" y="6582727"/>
            <a:ext cx="222250" cy="158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095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0" name="Google Shape;120;p15"/>
          <p:cNvSpPr txBox="1"/>
          <p:nvPr>
            <p:ph idx="10" type="dt"/>
          </p:nvPr>
        </p:nvSpPr>
        <p:spPr>
          <a:xfrm>
            <a:off x="1176972" y="6589394"/>
            <a:ext cx="553085" cy="1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1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25-04-2026</a:t>
            </a:r>
            <a:endParaRPr/>
          </a:p>
        </p:txBody>
      </p:sp>
      <p:sp>
        <p:nvSpPr>
          <p:cNvPr id="121" name="Google Shape;121;p15"/>
          <p:cNvSpPr txBox="1"/>
          <p:nvPr/>
        </p:nvSpPr>
        <p:spPr>
          <a:xfrm>
            <a:off x="187007" y="1312481"/>
            <a:ext cx="11897400" cy="5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99375">
            <a:spAutoFit/>
          </a:bodyPr>
          <a:lstStyle/>
          <a:p>
            <a:pPr indent="-342900" lvl="0" marL="35560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t/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6"/>
          <p:cNvSpPr/>
          <p:nvPr/>
        </p:nvSpPr>
        <p:spPr>
          <a:xfrm>
            <a:off x="0" y="6400800"/>
            <a:ext cx="12192000" cy="457200"/>
          </a:xfrm>
          <a:custGeom>
            <a:rect b="b" l="l" r="r" t="t"/>
            <a:pathLst>
              <a:path extrusionOk="0" h="457200" w="12192000">
                <a:moveTo>
                  <a:pt x="12192000" y="0"/>
                </a:moveTo>
                <a:lnTo>
                  <a:pt x="0" y="0"/>
                </a:lnTo>
                <a:lnTo>
                  <a:pt x="0" y="457200"/>
                </a:lnTo>
                <a:lnTo>
                  <a:pt x="12192000" y="4572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C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16"/>
          <p:cNvSpPr txBox="1"/>
          <p:nvPr>
            <p:ph type="title"/>
          </p:nvPr>
        </p:nvSpPr>
        <p:spPr>
          <a:xfrm>
            <a:off x="611826" y="764850"/>
            <a:ext cx="10867800" cy="7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7475">
            <a:spAutoFit/>
          </a:bodyPr>
          <a:lstStyle/>
          <a:p>
            <a:pPr indent="0" lvl="0" marL="12700" marR="5080" rtl="0" algn="l">
              <a:lnSpc>
                <a:spcPct val="10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/>
              <a:t>Step-wise Development Process</a:t>
            </a:r>
            <a:endParaRPr sz="4400"/>
          </a:p>
        </p:txBody>
      </p:sp>
      <p:sp>
        <p:nvSpPr>
          <p:cNvPr id="128" name="Google Shape;128;p16"/>
          <p:cNvSpPr/>
          <p:nvPr/>
        </p:nvSpPr>
        <p:spPr>
          <a:xfrm>
            <a:off x="6415151" y="2090801"/>
            <a:ext cx="4749165" cy="0"/>
          </a:xfrm>
          <a:custGeom>
            <a:rect b="b" l="l" r="r" t="t"/>
            <a:pathLst>
              <a:path extrusionOk="0" h="120000" w="4749165">
                <a:moveTo>
                  <a:pt x="0" y="0"/>
                </a:moveTo>
                <a:lnTo>
                  <a:pt x="4748783" y="0"/>
                </a:lnTo>
              </a:path>
            </a:pathLst>
          </a:custGeom>
          <a:noFill/>
          <a:ln cap="flat" cmpd="sng" w="9525">
            <a:solidFill>
              <a:srgbClr val="7E7E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16"/>
          <p:cNvSpPr txBox="1"/>
          <p:nvPr/>
        </p:nvSpPr>
        <p:spPr>
          <a:xfrm>
            <a:off x="6770116" y="3417887"/>
            <a:ext cx="2361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7775">
            <a:spAutoFit/>
          </a:bodyPr>
          <a:lstStyle/>
          <a:p>
            <a:pPr indent="0" lvl="0" marL="0" rtl="0" algn="l">
              <a:lnSpc>
                <a:spcPct val="117900"/>
              </a:lnSpc>
              <a:spcBef>
                <a:spcPts val="7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001F5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0" name="Google Shape;130;p16"/>
          <p:cNvSpPr txBox="1"/>
          <p:nvPr/>
        </p:nvSpPr>
        <p:spPr>
          <a:xfrm>
            <a:off x="6757416" y="2133917"/>
            <a:ext cx="4340100" cy="2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875">
            <a:spAutoFit/>
          </a:bodyPr>
          <a:lstStyle/>
          <a:p>
            <a:pPr indent="0" lvl="0" marL="844550" rtl="0" algn="l">
              <a:lnSpc>
                <a:spcPct val="100000"/>
              </a:lnSpc>
              <a:spcBef>
                <a:spcPts val="209"/>
              </a:spcBef>
              <a:spcAft>
                <a:spcPts val="0"/>
              </a:spcAft>
              <a:buNone/>
            </a:pPr>
            <a:r>
              <a:t/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1" name="Google Shape;131;p16"/>
          <p:cNvSpPr txBox="1"/>
          <p:nvPr/>
        </p:nvSpPr>
        <p:spPr>
          <a:xfrm>
            <a:off x="6299834" y="5033708"/>
            <a:ext cx="5073000" cy="2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5400">
            <a:spAutoFit/>
          </a:bodyPr>
          <a:lstStyle/>
          <a:p>
            <a:pPr indent="0" lvl="0" marL="298450" rtl="0" algn="l">
              <a:lnSpc>
                <a:spcPct val="1197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2" name="Google Shape;132;p16"/>
          <p:cNvSpPr txBox="1"/>
          <p:nvPr/>
        </p:nvSpPr>
        <p:spPr>
          <a:xfrm>
            <a:off x="1176972" y="6560819"/>
            <a:ext cx="512445" cy="162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4/25/2026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6"/>
          <p:cNvSpPr txBox="1"/>
          <p:nvPr/>
        </p:nvSpPr>
        <p:spPr>
          <a:xfrm>
            <a:off x="10979784" y="6549390"/>
            <a:ext cx="158750" cy="1854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sz="105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7"/>
          <p:cNvSpPr txBox="1"/>
          <p:nvPr>
            <p:ph type="title"/>
          </p:nvPr>
        </p:nvSpPr>
        <p:spPr>
          <a:xfrm>
            <a:off x="541337" y="220662"/>
            <a:ext cx="5340900" cy="4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8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50">
                <a:solidFill>
                  <a:srgbClr val="000000"/>
                </a:solidFill>
              </a:rPr>
              <a:t> Configuration Used</a:t>
            </a:r>
            <a:endParaRPr sz="2750"/>
          </a:p>
        </p:txBody>
      </p:sp>
      <p:sp>
        <p:nvSpPr>
          <p:cNvPr id="139" name="Google Shape;139;p17"/>
          <p:cNvSpPr txBox="1"/>
          <p:nvPr>
            <p:ph idx="12" type="sldNum"/>
          </p:nvPr>
        </p:nvSpPr>
        <p:spPr>
          <a:xfrm>
            <a:off x="10954384" y="6582727"/>
            <a:ext cx="222250" cy="158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095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0" name="Google Shape;140;p17"/>
          <p:cNvSpPr txBox="1"/>
          <p:nvPr>
            <p:ph idx="10" type="dt"/>
          </p:nvPr>
        </p:nvSpPr>
        <p:spPr>
          <a:xfrm>
            <a:off x="1176972" y="6589394"/>
            <a:ext cx="553085" cy="1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1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25-04-2026</a:t>
            </a:r>
            <a:endParaRPr/>
          </a:p>
        </p:txBody>
      </p:sp>
      <p:sp>
        <p:nvSpPr>
          <p:cNvPr id="141" name="Google Shape;141;p17"/>
          <p:cNvSpPr txBox="1"/>
          <p:nvPr/>
        </p:nvSpPr>
        <p:spPr>
          <a:xfrm>
            <a:off x="541337" y="775588"/>
            <a:ext cx="5517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marR="5080" rtl="0" algn="l">
              <a:lnSpc>
                <a:spcPct val="118750"/>
              </a:lnSpc>
              <a:spcBef>
                <a:spcPts val="11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8"/>
          <p:cNvSpPr txBox="1"/>
          <p:nvPr>
            <p:ph type="title"/>
          </p:nvPr>
        </p:nvSpPr>
        <p:spPr>
          <a:xfrm>
            <a:off x="541337" y="220662"/>
            <a:ext cx="5340900" cy="4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8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50">
                <a:solidFill>
                  <a:srgbClr val="000000"/>
                </a:solidFill>
              </a:rPr>
              <a:t> Analyses &amp; Data Representations </a:t>
            </a:r>
            <a:endParaRPr sz="2750"/>
          </a:p>
        </p:txBody>
      </p:sp>
      <p:sp>
        <p:nvSpPr>
          <p:cNvPr id="147" name="Google Shape;147;p18"/>
          <p:cNvSpPr txBox="1"/>
          <p:nvPr>
            <p:ph idx="12" type="sldNum"/>
          </p:nvPr>
        </p:nvSpPr>
        <p:spPr>
          <a:xfrm>
            <a:off x="10954384" y="6582727"/>
            <a:ext cx="2223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095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8" name="Google Shape;148;p18"/>
          <p:cNvSpPr txBox="1"/>
          <p:nvPr>
            <p:ph idx="10" type="dt"/>
          </p:nvPr>
        </p:nvSpPr>
        <p:spPr>
          <a:xfrm>
            <a:off x="1176972" y="6589394"/>
            <a:ext cx="5532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1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25-04-2026</a:t>
            </a:r>
            <a:endParaRPr/>
          </a:p>
        </p:txBody>
      </p:sp>
      <p:sp>
        <p:nvSpPr>
          <p:cNvPr id="149" name="Google Shape;149;p18"/>
          <p:cNvSpPr txBox="1"/>
          <p:nvPr/>
        </p:nvSpPr>
        <p:spPr>
          <a:xfrm>
            <a:off x="541337" y="775588"/>
            <a:ext cx="5517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marR="5080" rtl="0" algn="l">
              <a:lnSpc>
                <a:spcPct val="118750"/>
              </a:lnSpc>
              <a:spcBef>
                <a:spcPts val="11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9"/>
          <p:cNvSpPr txBox="1"/>
          <p:nvPr>
            <p:ph type="title"/>
          </p:nvPr>
        </p:nvSpPr>
        <p:spPr>
          <a:xfrm>
            <a:off x="570865" y="253936"/>
            <a:ext cx="972185" cy="3917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</a:rPr>
              <a:t>Results</a:t>
            </a:r>
            <a:endParaRPr sz="2400"/>
          </a:p>
        </p:txBody>
      </p:sp>
      <p:sp>
        <p:nvSpPr>
          <p:cNvPr id="155" name="Google Shape;155;p19"/>
          <p:cNvSpPr txBox="1"/>
          <p:nvPr>
            <p:ph idx="12" type="sldNum"/>
          </p:nvPr>
        </p:nvSpPr>
        <p:spPr>
          <a:xfrm>
            <a:off x="10954384" y="6582727"/>
            <a:ext cx="222250" cy="158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095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6" name="Google Shape;156;p19"/>
          <p:cNvSpPr txBox="1"/>
          <p:nvPr>
            <p:ph idx="10" type="dt"/>
          </p:nvPr>
        </p:nvSpPr>
        <p:spPr>
          <a:xfrm>
            <a:off x="1176972" y="6589394"/>
            <a:ext cx="553085" cy="1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1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25-04-2026</a:t>
            </a:r>
            <a:endParaRPr/>
          </a:p>
        </p:txBody>
      </p:sp>
      <p:graphicFrame>
        <p:nvGraphicFramePr>
          <p:cNvPr id="157" name="Google Shape;157;p19"/>
          <p:cNvGraphicFramePr/>
          <p:nvPr/>
        </p:nvGraphicFramePr>
        <p:xfrm>
          <a:off x="1375028" y="102603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{FAC0BF3F-4BAC-4974-A533-402E7BB5857E}</a:tableStyleId>
              </a:tblPr>
              <a:tblGrid>
                <a:gridCol w="4714875"/>
                <a:gridCol w="4714875"/>
              </a:tblGrid>
              <a:tr h="389900">
                <a:tc>
                  <a:txBody>
                    <a:bodyPr/>
                    <a:lstStyle/>
                    <a:p>
                      <a:pPr indent="0" lvl="0" marL="762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Metric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747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889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Description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747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82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872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872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74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937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682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74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4065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4065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74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4190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4190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0"/>
          <p:cNvSpPr txBox="1"/>
          <p:nvPr>
            <p:ph type="title"/>
          </p:nvPr>
        </p:nvSpPr>
        <p:spPr>
          <a:xfrm>
            <a:off x="570896" y="253925"/>
            <a:ext cx="30615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</a:rPr>
              <a:t>Output Visuals</a:t>
            </a:r>
            <a:endParaRPr sz="2400"/>
          </a:p>
        </p:txBody>
      </p:sp>
      <p:sp>
        <p:nvSpPr>
          <p:cNvPr id="163" name="Google Shape;163;p20"/>
          <p:cNvSpPr txBox="1"/>
          <p:nvPr>
            <p:ph idx="12" type="sldNum"/>
          </p:nvPr>
        </p:nvSpPr>
        <p:spPr>
          <a:xfrm>
            <a:off x="10954384" y="6582727"/>
            <a:ext cx="2223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095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4" name="Google Shape;164;p20"/>
          <p:cNvSpPr txBox="1"/>
          <p:nvPr>
            <p:ph idx="10" type="dt"/>
          </p:nvPr>
        </p:nvSpPr>
        <p:spPr>
          <a:xfrm>
            <a:off x="1176972" y="6589394"/>
            <a:ext cx="5532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1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25-04-2026</a:t>
            </a:r>
            <a:endParaRPr/>
          </a:p>
        </p:txBody>
      </p:sp>
      <p:graphicFrame>
        <p:nvGraphicFramePr>
          <p:cNvPr id="165" name="Google Shape;165;p20"/>
          <p:cNvGraphicFramePr/>
          <p:nvPr/>
        </p:nvGraphicFramePr>
        <p:xfrm>
          <a:off x="1375028" y="102603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{FAC0BF3F-4BAC-4974-A533-402E7BB5857E}</a:tableStyleId>
              </a:tblPr>
              <a:tblGrid>
                <a:gridCol w="4714875"/>
                <a:gridCol w="4714875"/>
              </a:tblGrid>
              <a:tr h="389900">
                <a:tc>
                  <a:txBody>
                    <a:bodyPr/>
                    <a:lstStyle/>
                    <a:p>
                      <a:pPr indent="0" lvl="0" marL="762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Metric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747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889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Description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747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82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872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872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74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937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3682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74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4065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4065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74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4190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4190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1"/>
          <p:cNvSpPr/>
          <p:nvPr/>
        </p:nvSpPr>
        <p:spPr>
          <a:xfrm>
            <a:off x="0" y="6400800"/>
            <a:ext cx="12192000" cy="457200"/>
          </a:xfrm>
          <a:custGeom>
            <a:rect b="b" l="l" r="r" t="t"/>
            <a:pathLst>
              <a:path extrusionOk="0" h="457200" w="12192000">
                <a:moveTo>
                  <a:pt x="12192000" y="0"/>
                </a:moveTo>
                <a:lnTo>
                  <a:pt x="0" y="0"/>
                </a:lnTo>
                <a:lnTo>
                  <a:pt x="0" y="457200"/>
                </a:lnTo>
                <a:lnTo>
                  <a:pt x="12192000" y="4572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C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21"/>
          <p:cNvSpPr txBox="1"/>
          <p:nvPr/>
        </p:nvSpPr>
        <p:spPr>
          <a:xfrm>
            <a:off x="713426" y="4616775"/>
            <a:ext cx="5958900" cy="93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Output Visuals</a:t>
            </a:r>
            <a:endParaRPr sz="6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72" name="Google Shape;172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8175" y="781050"/>
            <a:ext cx="3314700" cy="3314700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21"/>
          <p:cNvSpPr/>
          <p:nvPr/>
        </p:nvSpPr>
        <p:spPr>
          <a:xfrm>
            <a:off x="4162425" y="885825"/>
            <a:ext cx="57150" cy="3114675"/>
          </a:xfrm>
          <a:custGeom>
            <a:rect b="b" l="l" r="r" t="t"/>
            <a:pathLst>
              <a:path extrusionOk="0" h="3114675" w="57150">
                <a:moveTo>
                  <a:pt x="57150" y="0"/>
                </a:moveTo>
                <a:lnTo>
                  <a:pt x="0" y="0"/>
                </a:lnTo>
                <a:lnTo>
                  <a:pt x="0" y="3114675"/>
                </a:lnTo>
                <a:lnTo>
                  <a:pt x="57150" y="3114675"/>
                </a:lnTo>
                <a:lnTo>
                  <a:pt x="57150" y="0"/>
                </a:lnTo>
                <a:close/>
              </a:path>
            </a:pathLst>
          </a:custGeom>
          <a:solidFill>
            <a:srgbClr val="001F5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74" name="Google Shape;174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29125" y="781050"/>
            <a:ext cx="3314700" cy="331470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21"/>
          <p:cNvSpPr/>
          <p:nvPr/>
        </p:nvSpPr>
        <p:spPr>
          <a:xfrm>
            <a:off x="7953375" y="885825"/>
            <a:ext cx="66675" cy="3114675"/>
          </a:xfrm>
          <a:custGeom>
            <a:rect b="b" l="l" r="r" t="t"/>
            <a:pathLst>
              <a:path extrusionOk="0" h="3114675" w="66675">
                <a:moveTo>
                  <a:pt x="66675" y="0"/>
                </a:moveTo>
                <a:lnTo>
                  <a:pt x="0" y="0"/>
                </a:lnTo>
                <a:lnTo>
                  <a:pt x="0" y="3114675"/>
                </a:lnTo>
                <a:lnTo>
                  <a:pt x="66675" y="3114675"/>
                </a:lnTo>
                <a:lnTo>
                  <a:pt x="66675" y="0"/>
                </a:lnTo>
                <a:close/>
              </a:path>
            </a:pathLst>
          </a:custGeom>
          <a:solidFill>
            <a:srgbClr val="001F5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76" name="Google Shape;176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229600" y="781050"/>
            <a:ext cx="3314700" cy="331470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21"/>
          <p:cNvSpPr/>
          <p:nvPr/>
        </p:nvSpPr>
        <p:spPr>
          <a:xfrm>
            <a:off x="728662" y="5624512"/>
            <a:ext cx="10516235" cy="0"/>
          </a:xfrm>
          <a:custGeom>
            <a:rect b="b" l="l" r="r" t="t"/>
            <a:pathLst>
              <a:path extrusionOk="0" h="120000" w="10516235">
                <a:moveTo>
                  <a:pt x="0" y="0"/>
                </a:moveTo>
                <a:lnTo>
                  <a:pt x="10515663" y="0"/>
                </a:lnTo>
              </a:path>
            </a:pathLst>
          </a:custGeom>
          <a:noFill/>
          <a:ln cap="flat" cmpd="sng" w="9525">
            <a:solidFill>
              <a:srgbClr val="626F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21"/>
          <p:cNvSpPr txBox="1"/>
          <p:nvPr/>
        </p:nvSpPr>
        <p:spPr>
          <a:xfrm>
            <a:off x="1176972" y="6560819"/>
            <a:ext cx="512445" cy="162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4/25/2026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21"/>
          <p:cNvSpPr txBox="1"/>
          <p:nvPr/>
        </p:nvSpPr>
        <p:spPr>
          <a:xfrm>
            <a:off x="10979784" y="6549390"/>
            <a:ext cx="158750" cy="1854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18</a:t>
            </a:r>
            <a:endParaRPr sz="105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2"/>
          <p:cNvSpPr/>
          <p:nvPr/>
        </p:nvSpPr>
        <p:spPr>
          <a:xfrm>
            <a:off x="1195387" y="1738376"/>
            <a:ext cx="9966960" cy="0"/>
          </a:xfrm>
          <a:custGeom>
            <a:rect b="b" l="l" r="r" t="t"/>
            <a:pathLst>
              <a:path extrusionOk="0" h="120000" w="9966960">
                <a:moveTo>
                  <a:pt x="0" y="0"/>
                </a:moveTo>
                <a:lnTo>
                  <a:pt x="9966896" y="0"/>
                </a:lnTo>
              </a:path>
            </a:pathLst>
          </a:custGeom>
          <a:noFill/>
          <a:ln cap="flat" cmpd="sng" w="9525">
            <a:solidFill>
              <a:srgbClr val="7E7E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22"/>
          <p:cNvSpPr txBox="1"/>
          <p:nvPr>
            <p:ph type="title"/>
          </p:nvPr>
        </p:nvSpPr>
        <p:spPr>
          <a:xfrm>
            <a:off x="1176972" y="924877"/>
            <a:ext cx="7208520" cy="7581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Conclusion</a:t>
            </a:r>
            <a:endParaRPr/>
          </a:p>
        </p:txBody>
      </p:sp>
      <p:sp>
        <p:nvSpPr>
          <p:cNvPr id="186" name="Google Shape;186;p22"/>
          <p:cNvSpPr txBox="1"/>
          <p:nvPr/>
        </p:nvSpPr>
        <p:spPr>
          <a:xfrm>
            <a:off x="1176972" y="6560819"/>
            <a:ext cx="553085" cy="162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25-04-2026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22"/>
          <p:cNvSpPr txBox="1"/>
          <p:nvPr/>
        </p:nvSpPr>
        <p:spPr>
          <a:xfrm>
            <a:off x="10979784" y="6549390"/>
            <a:ext cx="158750" cy="1854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19</a:t>
            </a:r>
            <a:endParaRPr sz="105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22"/>
          <p:cNvSpPr txBox="1"/>
          <p:nvPr/>
        </p:nvSpPr>
        <p:spPr>
          <a:xfrm>
            <a:off x="1413128" y="1817497"/>
            <a:ext cx="72141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285115" lvl="0" marL="297815" rtl="0" algn="l">
              <a:lnSpc>
                <a:spcPct val="100000"/>
              </a:lnSpc>
              <a:spcBef>
                <a:spcPts val="1205"/>
              </a:spcBef>
              <a:spcAft>
                <a:spcPts val="0"/>
              </a:spcAft>
              <a:buSzPts val="2000"/>
              <a:buFont typeface="Noto Sans Symbols"/>
              <a:buChar char="✔"/>
            </a:pPr>
            <a:r>
              <a:t/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3"/>
          <p:cNvSpPr/>
          <p:nvPr/>
        </p:nvSpPr>
        <p:spPr>
          <a:xfrm>
            <a:off x="0" y="0"/>
            <a:ext cx="4048125" cy="6858000"/>
          </a:xfrm>
          <a:custGeom>
            <a:rect b="b" l="l" r="r" t="t"/>
            <a:pathLst>
              <a:path extrusionOk="0" h="6858000" w="4048125">
                <a:moveTo>
                  <a:pt x="4048125" y="0"/>
                </a:moveTo>
                <a:lnTo>
                  <a:pt x="0" y="0"/>
                </a:lnTo>
                <a:lnTo>
                  <a:pt x="0" y="6858000"/>
                </a:lnTo>
                <a:lnTo>
                  <a:pt x="4048125" y="6858000"/>
                </a:lnTo>
                <a:lnTo>
                  <a:pt x="4048125" y="0"/>
                </a:lnTo>
                <a:close/>
              </a:path>
            </a:pathLst>
          </a:custGeom>
          <a:solidFill>
            <a:srgbClr val="C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23"/>
          <p:cNvSpPr txBox="1"/>
          <p:nvPr/>
        </p:nvSpPr>
        <p:spPr>
          <a:xfrm>
            <a:off x="480059" y="2614294"/>
            <a:ext cx="2306955" cy="17291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850">
            <a:spAutoFit/>
          </a:bodyPr>
          <a:lstStyle/>
          <a:p>
            <a:pPr indent="0" lvl="0" marL="12700" marR="5080" rtl="0" algn="l">
              <a:lnSpc>
                <a:spcPct val="91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95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How Objectives Were Met</a:t>
            </a:r>
            <a:endParaRPr sz="395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5" name="Google Shape;195;p23"/>
          <p:cNvSpPr/>
          <p:nvPr/>
        </p:nvSpPr>
        <p:spPr>
          <a:xfrm>
            <a:off x="4038600" y="0"/>
            <a:ext cx="66675" cy="6858000"/>
          </a:xfrm>
          <a:custGeom>
            <a:rect b="b" l="l" r="r" t="t"/>
            <a:pathLst>
              <a:path extrusionOk="0" h="6858000" w="66675">
                <a:moveTo>
                  <a:pt x="66675" y="0"/>
                </a:moveTo>
                <a:lnTo>
                  <a:pt x="0" y="0"/>
                </a:lnTo>
                <a:lnTo>
                  <a:pt x="0" y="6858000"/>
                </a:lnTo>
                <a:lnTo>
                  <a:pt x="66675" y="6858000"/>
                </a:lnTo>
                <a:lnTo>
                  <a:pt x="66675" y="0"/>
                </a:lnTo>
                <a:close/>
              </a:path>
            </a:pathLst>
          </a:custGeom>
          <a:solidFill>
            <a:srgbClr val="001F5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23"/>
          <p:cNvSpPr txBox="1"/>
          <p:nvPr/>
        </p:nvSpPr>
        <p:spPr>
          <a:xfrm>
            <a:off x="10979784" y="6549390"/>
            <a:ext cx="158750" cy="1854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626F52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 sz="1050"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97" name="Google Shape;197;p23"/>
          <p:cNvGraphicFramePr/>
          <p:nvPr/>
        </p:nvGraphicFramePr>
        <p:xfrm>
          <a:off x="4732528" y="146215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{FAC0BF3F-4BAC-4974-A533-402E7BB5857E}</a:tableStyleId>
              </a:tblPr>
              <a:tblGrid>
                <a:gridCol w="3300100"/>
                <a:gridCol w="3498225"/>
              </a:tblGrid>
              <a:tr h="524500">
                <a:tc>
                  <a:txBody>
                    <a:bodyPr/>
                    <a:lstStyle/>
                    <a:p>
                      <a:pPr indent="0" lvl="0" marL="14732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7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Objective</a:t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28275" marB="0" marR="0" marL="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E7E7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5049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7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How It Was Achieved</a:t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28275" marB="0" marR="0" marL="0">
                    <a:lnL cap="flat" cmpd="sng" w="9525">
                      <a:solidFill>
                        <a:srgbClr val="7E7E7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82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14732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Detect kitchen objects in real-time</a:t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0800" marB="0" marR="0" marL="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E7E7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38425" marB="0" marR="0" marL="0">
                    <a:lnL cap="flat" cmpd="sng" w="9525">
                      <a:solidFill>
                        <a:srgbClr val="7E7E7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82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14732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Assist elderly users</a:t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1425" marB="0" marR="0" marL="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E7E7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30175" marB="0" marR="0" marL="0">
                    <a:lnL cap="flat" cmpd="sng" w="9525">
                      <a:solidFill>
                        <a:srgbClr val="7E7E7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40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14732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Robust model performance</a:t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42250" marB="0" marR="0" marL="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E7E7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40975" marB="0" marR="0" marL="0">
                    <a:lnL cap="flat" cmpd="sng" w="9525">
                      <a:solidFill>
                        <a:srgbClr val="7E7E7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82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14732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Work in challenging conditions</a:t>
                      </a:r>
                      <a:endParaRPr sz="17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3975" marB="0" marR="0" marL="0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7E7E7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42250" marB="0" marR="0" marL="0">
                    <a:lnL cap="flat" cmpd="sng" w="9525">
                      <a:solidFill>
                        <a:srgbClr val="7E7E7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4"/>
          <p:cNvSpPr txBox="1"/>
          <p:nvPr>
            <p:ph type="title"/>
          </p:nvPr>
        </p:nvSpPr>
        <p:spPr>
          <a:xfrm>
            <a:off x="206692" y="56514"/>
            <a:ext cx="5774055" cy="449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5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50">
                <a:solidFill>
                  <a:srgbClr val="000000"/>
                </a:solidFill>
              </a:rPr>
              <a:t>Limitations &amp; Possible Improvements</a:t>
            </a:r>
            <a:endParaRPr sz="2750"/>
          </a:p>
        </p:txBody>
      </p:sp>
      <p:pic>
        <p:nvPicPr>
          <p:cNvPr id="203" name="Google Shape;203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7100" y="3570558"/>
            <a:ext cx="188736" cy="19827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7100" y="4027758"/>
            <a:ext cx="188736" cy="19827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7100" y="4484958"/>
            <a:ext cx="188736" cy="19827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7100" y="4942285"/>
            <a:ext cx="188736" cy="19827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7100" y="5399421"/>
            <a:ext cx="188736" cy="198270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24"/>
          <p:cNvSpPr txBox="1"/>
          <p:nvPr/>
        </p:nvSpPr>
        <p:spPr>
          <a:xfrm>
            <a:off x="206692" y="600202"/>
            <a:ext cx="7841100" cy="26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44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u="sng">
                <a:latin typeface="Times New Roman"/>
                <a:ea typeface="Times New Roman"/>
                <a:cs typeface="Times New Roman"/>
                <a:sym typeface="Times New Roman"/>
              </a:rPr>
              <a:t>Current Limitations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20650" lvl="0" marL="12700" marR="5080" rtl="0" algn="l">
              <a:lnSpc>
                <a:spcPct val="150200"/>
              </a:lnSpc>
              <a:spcBef>
                <a:spcPts val="5"/>
              </a:spcBef>
              <a:spcAft>
                <a:spcPts val="0"/>
              </a:spcAft>
              <a:buSzPts val="1900"/>
              <a:buFont typeface="Arial"/>
              <a:buChar char="•"/>
            </a:pPr>
            <a:r>
              <a:t/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20650" lvl="0" marL="12700" marR="5080" rtl="0" algn="l">
              <a:lnSpc>
                <a:spcPct val="150200"/>
              </a:lnSpc>
              <a:spcBef>
                <a:spcPts val="5"/>
              </a:spcBef>
              <a:spcAft>
                <a:spcPts val="0"/>
              </a:spcAft>
              <a:buSzPts val="1900"/>
              <a:buFont typeface="Arial"/>
              <a:buChar char="•"/>
            </a:pPr>
            <a:r>
              <a:t/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20650" lvl="0" marL="12700" marR="5080" rtl="0" algn="l">
              <a:lnSpc>
                <a:spcPct val="150200"/>
              </a:lnSpc>
              <a:spcBef>
                <a:spcPts val="5"/>
              </a:spcBef>
              <a:spcAft>
                <a:spcPts val="0"/>
              </a:spcAft>
              <a:buSzPts val="1900"/>
              <a:buFont typeface="Arial"/>
              <a:buChar char="•"/>
            </a:pPr>
            <a:r>
              <a:t/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20650" lvl="0" marL="12700" marR="5080" rtl="0" algn="l">
              <a:lnSpc>
                <a:spcPct val="150200"/>
              </a:lnSpc>
              <a:spcBef>
                <a:spcPts val="5"/>
              </a:spcBef>
              <a:spcAft>
                <a:spcPts val="0"/>
              </a:spcAft>
              <a:buSzPts val="1900"/>
              <a:buFont typeface="Arial"/>
              <a:buChar char="•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 u="sng">
                <a:latin typeface="Times New Roman"/>
                <a:ea typeface="Times New Roman"/>
                <a:cs typeface="Times New Roman"/>
                <a:sym typeface="Times New Roman"/>
              </a:rPr>
              <a:t>Possible Future Improvements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265430" marR="512445" rtl="0" algn="l">
              <a:lnSpc>
                <a:spcPct val="150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9" name="Google Shape;209;p24"/>
          <p:cNvSpPr txBox="1"/>
          <p:nvPr>
            <p:ph idx="12" type="sldNum"/>
          </p:nvPr>
        </p:nvSpPr>
        <p:spPr>
          <a:xfrm>
            <a:off x="10954384" y="6582727"/>
            <a:ext cx="222250" cy="158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095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0" name="Google Shape;210;p24"/>
          <p:cNvSpPr txBox="1"/>
          <p:nvPr>
            <p:ph idx="10" type="dt"/>
          </p:nvPr>
        </p:nvSpPr>
        <p:spPr>
          <a:xfrm>
            <a:off x="1176972" y="6589394"/>
            <a:ext cx="553085" cy="1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1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25-04-2026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5"/>
          <p:cNvSpPr/>
          <p:nvPr/>
        </p:nvSpPr>
        <p:spPr>
          <a:xfrm>
            <a:off x="1195387" y="1738376"/>
            <a:ext cx="9966960" cy="0"/>
          </a:xfrm>
          <a:custGeom>
            <a:rect b="b" l="l" r="r" t="t"/>
            <a:pathLst>
              <a:path extrusionOk="0" h="120000" w="9966960">
                <a:moveTo>
                  <a:pt x="0" y="0"/>
                </a:moveTo>
                <a:lnTo>
                  <a:pt x="9966896" y="0"/>
                </a:lnTo>
              </a:path>
            </a:pathLst>
          </a:custGeom>
          <a:noFill/>
          <a:ln cap="flat" cmpd="sng" w="9525">
            <a:solidFill>
              <a:srgbClr val="7E7E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25"/>
          <p:cNvSpPr txBox="1"/>
          <p:nvPr>
            <p:ph type="title"/>
          </p:nvPr>
        </p:nvSpPr>
        <p:spPr>
          <a:xfrm>
            <a:off x="1176976" y="924875"/>
            <a:ext cx="53946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Research scope</a:t>
            </a:r>
            <a:endParaRPr/>
          </a:p>
        </p:txBody>
      </p:sp>
      <p:sp>
        <p:nvSpPr>
          <p:cNvPr id="217" name="Google Shape;217;p25"/>
          <p:cNvSpPr txBox="1"/>
          <p:nvPr>
            <p:ph idx="12" type="sldNum"/>
          </p:nvPr>
        </p:nvSpPr>
        <p:spPr>
          <a:xfrm>
            <a:off x="10954384" y="6582727"/>
            <a:ext cx="222250" cy="158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095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8" name="Google Shape;218;p25"/>
          <p:cNvSpPr txBox="1"/>
          <p:nvPr>
            <p:ph idx="10" type="dt"/>
          </p:nvPr>
        </p:nvSpPr>
        <p:spPr>
          <a:xfrm>
            <a:off x="1176972" y="6589394"/>
            <a:ext cx="553085" cy="1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1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25-04-2026</a:t>
            </a:r>
            <a:endParaRPr/>
          </a:p>
        </p:txBody>
      </p:sp>
      <p:sp>
        <p:nvSpPr>
          <p:cNvPr id="219" name="Google Shape;219;p25"/>
          <p:cNvSpPr txBox="1"/>
          <p:nvPr>
            <p:ph idx="1" type="body"/>
          </p:nvPr>
        </p:nvSpPr>
        <p:spPr>
          <a:xfrm>
            <a:off x="1176972" y="2184907"/>
            <a:ext cx="9661500" cy="6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41300">
            <a:spAutoFit/>
          </a:bodyPr>
          <a:lstStyle/>
          <a:p>
            <a:pPr indent="-165214" lvl="0" marL="173990" rtl="0" algn="l">
              <a:lnSpc>
                <a:spcPct val="100000"/>
              </a:lnSpc>
              <a:spcBef>
                <a:spcPts val="1735"/>
              </a:spcBef>
              <a:spcAft>
                <a:spcPts val="0"/>
              </a:spcAft>
              <a:buClr>
                <a:schemeClr val="dk1"/>
              </a:buClr>
              <a:buSzPts val="2602"/>
              <a:buFont typeface="Noto Sans Symbols"/>
              <a:buChar char="▪"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6"/>
          <p:cNvSpPr txBox="1"/>
          <p:nvPr>
            <p:ph type="title"/>
          </p:nvPr>
        </p:nvSpPr>
        <p:spPr>
          <a:xfrm>
            <a:off x="261302" y="107632"/>
            <a:ext cx="1922100" cy="5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87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000000"/>
                </a:solidFill>
              </a:rPr>
              <a:t>References</a:t>
            </a:r>
            <a:endParaRPr sz="3200"/>
          </a:p>
        </p:txBody>
      </p:sp>
      <p:sp>
        <p:nvSpPr>
          <p:cNvPr id="225" name="Google Shape;225;p26"/>
          <p:cNvSpPr txBox="1"/>
          <p:nvPr>
            <p:ph idx="12" type="sldNum"/>
          </p:nvPr>
        </p:nvSpPr>
        <p:spPr>
          <a:xfrm>
            <a:off x="10954384" y="6582727"/>
            <a:ext cx="222250" cy="158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095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6" name="Google Shape;226;p26"/>
          <p:cNvSpPr txBox="1"/>
          <p:nvPr>
            <p:ph idx="10" type="dt"/>
          </p:nvPr>
        </p:nvSpPr>
        <p:spPr>
          <a:xfrm>
            <a:off x="1176972" y="6589394"/>
            <a:ext cx="553085" cy="1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1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25-04-2026</a:t>
            </a:r>
            <a:endParaRPr/>
          </a:p>
        </p:txBody>
      </p:sp>
      <p:sp>
        <p:nvSpPr>
          <p:cNvPr id="227" name="Google Shape;227;p26"/>
          <p:cNvSpPr txBox="1"/>
          <p:nvPr/>
        </p:nvSpPr>
        <p:spPr>
          <a:xfrm>
            <a:off x="339725" y="1172273"/>
            <a:ext cx="11540400" cy="2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457200" marR="19050" rtl="0" algn="just">
              <a:lnSpc>
                <a:spcPct val="179388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7"/>
          <p:cNvSpPr/>
          <p:nvPr/>
        </p:nvSpPr>
        <p:spPr>
          <a:xfrm>
            <a:off x="1195387" y="1738376"/>
            <a:ext cx="9966960" cy="0"/>
          </a:xfrm>
          <a:custGeom>
            <a:rect b="b" l="l" r="r" t="t"/>
            <a:pathLst>
              <a:path extrusionOk="0" h="120000" w="9966960">
                <a:moveTo>
                  <a:pt x="0" y="0"/>
                </a:moveTo>
                <a:lnTo>
                  <a:pt x="9966896" y="0"/>
                </a:lnTo>
              </a:path>
            </a:pathLst>
          </a:custGeom>
          <a:noFill/>
          <a:ln cap="flat" cmpd="sng" w="9525">
            <a:solidFill>
              <a:srgbClr val="7E7E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27"/>
          <p:cNvSpPr txBox="1"/>
          <p:nvPr>
            <p:ph type="title"/>
          </p:nvPr>
        </p:nvSpPr>
        <p:spPr>
          <a:xfrm>
            <a:off x="1176972" y="924877"/>
            <a:ext cx="7208520" cy="7581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Acknowledgements</a:t>
            </a:r>
            <a:endParaRPr/>
          </a:p>
        </p:txBody>
      </p:sp>
      <p:sp>
        <p:nvSpPr>
          <p:cNvPr id="234" name="Google Shape;234;p27"/>
          <p:cNvSpPr txBox="1"/>
          <p:nvPr>
            <p:ph idx="12" type="sldNum"/>
          </p:nvPr>
        </p:nvSpPr>
        <p:spPr>
          <a:xfrm>
            <a:off x="10954384" y="6582727"/>
            <a:ext cx="222250" cy="158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095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35" name="Google Shape;235;p27"/>
          <p:cNvSpPr txBox="1"/>
          <p:nvPr>
            <p:ph idx="10" type="dt"/>
          </p:nvPr>
        </p:nvSpPr>
        <p:spPr>
          <a:xfrm>
            <a:off x="1176972" y="6589394"/>
            <a:ext cx="553085" cy="1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1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25-04-2026</a:t>
            </a:r>
            <a:endParaRPr/>
          </a:p>
        </p:txBody>
      </p:sp>
      <p:sp>
        <p:nvSpPr>
          <p:cNvPr id="236" name="Google Shape;236;p27"/>
          <p:cNvSpPr txBox="1"/>
          <p:nvPr/>
        </p:nvSpPr>
        <p:spPr>
          <a:xfrm>
            <a:off x="1176972" y="1798442"/>
            <a:ext cx="9904200" cy="57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006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8"/>
          <p:cNvSpPr/>
          <p:nvPr/>
        </p:nvSpPr>
        <p:spPr>
          <a:xfrm>
            <a:off x="1214437" y="4348226"/>
            <a:ext cx="9875520" cy="0"/>
          </a:xfrm>
          <a:custGeom>
            <a:rect b="b" l="l" r="r" t="t"/>
            <a:pathLst>
              <a:path extrusionOk="0" h="120000" w="9875520">
                <a:moveTo>
                  <a:pt x="0" y="0"/>
                </a:moveTo>
                <a:lnTo>
                  <a:pt x="9875456" y="0"/>
                </a:lnTo>
              </a:path>
            </a:pathLst>
          </a:custGeom>
          <a:noFill/>
          <a:ln cap="flat" cmpd="sng" w="9525">
            <a:solidFill>
              <a:srgbClr val="7E7E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28"/>
          <p:cNvSpPr txBox="1"/>
          <p:nvPr/>
        </p:nvSpPr>
        <p:spPr>
          <a:xfrm>
            <a:off x="1176972" y="3015614"/>
            <a:ext cx="2394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Q&amp;A</a:t>
            </a:r>
            <a:endParaRPr sz="3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3" name="Google Shape;243;p28"/>
          <p:cNvSpPr txBox="1"/>
          <p:nvPr>
            <p:ph idx="12" type="sldNum"/>
          </p:nvPr>
        </p:nvSpPr>
        <p:spPr>
          <a:xfrm>
            <a:off x="10954384" y="6582727"/>
            <a:ext cx="222250" cy="158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095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44" name="Google Shape;244;p28"/>
          <p:cNvSpPr txBox="1"/>
          <p:nvPr>
            <p:ph idx="10" type="dt"/>
          </p:nvPr>
        </p:nvSpPr>
        <p:spPr>
          <a:xfrm>
            <a:off x="1176972" y="6589394"/>
            <a:ext cx="553085" cy="1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1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25-04-2026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9"/>
          <p:cNvSpPr/>
          <p:nvPr/>
        </p:nvSpPr>
        <p:spPr>
          <a:xfrm>
            <a:off x="1214437" y="4348226"/>
            <a:ext cx="9875520" cy="0"/>
          </a:xfrm>
          <a:custGeom>
            <a:rect b="b" l="l" r="r" t="t"/>
            <a:pathLst>
              <a:path extrusionOk="0" h="120000" w="9875520">
                <a:moveTo>
                  <a:pt x="0" y="0"/>
                </a:moveTo>
                <a:lnTo>
                  <a:pt x="9875456" y="0"/>
                </a:lnTo>
              </a:path>
            </a:pathLst>
          </a:custGeom>
          <a:noFill/>
          <a:ln cap="flat" cmpd="sng" w="9525">
            <a:solidFill>
              <a:srgbClr val="7E7E7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29"/>
          <p:cNvSpPr txBox="1"/>
          <p:nvPr>
            <p:ph type="title"/>
          </p:nvPr>
        </p:nvSpPr>
        <p:spPr>
          <a:xfrm>
            <a:off x="1176976" y="2994025"/>
            <a:ext cx="6633600" cy="114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300">
                <a:solidFill>
                  <a:srgbClr val="25252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Thank You</a:t>
            </a:r>
            <a:endParaRPr sz="7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1" name="Google Shape;251;p29"/>
          <p:cNvSpPr txBox="1"/>
          <p:nvPr>
            <p:ph idx="12" type="sldNum"/>
          </p:nvPr>
        </p:nvSpPr>
        <p:spPr>
          <a:xfrm>
            <a:off x="10954384" y="6582727"/>
            <a:ext cx="222250" cy="158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8100" rtl="0" algn="l">
              <a:lnSpc>
                <a:spcPct val="1095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52" name="Google Shape;252;p29"/>
          <p:cNvSpPr txBox="1"/>
          <p:nvPr>
            <p:ph idx="10" type="dt"/>
          </p:nvPr>
        </p:nvSpPr>
        <p:spPr>
          <a:xfrm>
            <a:off x="1176972" y="6589394"/>
            <a:ext cx="553085" cy="1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l">
              <a:lnSpc>
                <a:spcPct val="1061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25-04-2026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